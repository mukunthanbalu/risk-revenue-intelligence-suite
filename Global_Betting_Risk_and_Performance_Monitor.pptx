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B4F8237-8CD4-4A86-A81C-3BBC6156E63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Global_Betting_Risk_and_Performance_Monitor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F09A406-D0CD-4785-B43F-65657699482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15/04/2026 10:49:17 GMT+3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- Total Stakes" id="2" name="slide2">
            <a:extLst>
              <a:ext uri="{FF2B5EF4-FFF2-40B4-BE49-F238E27FC236}">
                <a16:creationId xmlns:a16="http://schemas.microsoft.com/office/drawing/2014/main" id="{075C50CB-7682-4DD6-89F0-920CD30B6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74" y="0"/>
            <a:ext cx="986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- Total Bets" id="3" name="slide3">
            <a:extLst>
              <a:ext uri="{FF2B5EF4-FFF2-40B4-BE49-F238E27FC236}">
                <a16:creationId xmlns:a16="http://schemas.microsoft.com/office/drawing/2014/main" id="{14FBA912-826A-4DBE-8788-EDCA7BBD50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74" y="0"/>
            <a:ext cx="986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- GGR" id="4" name="slide4">
            <a:extLst>
              <a:ext uri="{FF2B5EF4-FFF2-40B4-BE49-F238E27FC236}">
                <a16:creationId xmlns:a16="http://schemas.microsoft.com/office/drawing/2014/main" id="{79244E4D-7AD4-4C90-89B3-FF3307BA28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74" y="0"/>
            <a:ext cx="986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yout Ratio" id="5" name="slide5">
            <a:extLst>
              <a:ext uri="{FF2B5EF4-FFF2-40B4-BE49-F238E27FC236}">
                <a16:creationId xmlns:a16="http://schemas.microsoft.com/office/drawing/2014/main" id="{6B369384-BD80-46F9-8294-BD0278EEF0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74" y="0"/>
            <a:ext cx="986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 - Regional Performance" id="6" name="slide6">
            <a:extLst>
              <a:ext uri="{FF2B5EF4-FFF2-40B4-BE49-F238E27FC236}">
                <a16:creationId xmlns:a16="http://schemas.microsoft.com/office/drawing/2014/main" id="{04F6C1AA-7286-49AC-8BD1-918567F7C1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32" y="0"/>
            <a:ext cx="9782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end - Monthly Volume" id="7" name="slide7">
            <a:extLst>
              <a:ext uri="{FF2B5EF4-FFF2-40B4-BE49-F238E27FC236}">
                <a16:creationId xmlns:a16="http://schemas.microsoft.com/office/drawing/2014/main" id="{7F46A0CE-07D0-4E95-94FC-D5ECC11BED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16" y="0"/>
            <a:ext cx="9773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- Avg Odds" id="8" name="slide8">
            <a:extLst>
              <a:ext uri="{FF2B5EF4-FFF2-40B4-BE49-F238E27FC236}">
                <a16:creationId xmlns:a16="http://schemas.microsoft.com/office/drawing/2014/main" id="{E0B575DF-9395-4A55-8231-499DC25DA5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74" y="0"/>
            <a:ext cx="986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port - Revenue Bar" id="9" name="slide9">
            <a:extLst>
              <a:ext uri="{FF2B5EF4-FFF2-40B4-BE49-F238E27FC236}">
                <a16:creationId xmlns:a16="http://schemas.microsoft.com/office/drawing/2014/main" id="{A599F305-BEDB-4119-885E-A424D0F754E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795462"/>
            <a:ext cx="101536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isk Flags by Sport" id="10" name="slide10">
            <a:extLst>
              <a:ext uri="{FF2B5EF4-FFF2-40B4-BE49-F238E27FC236}">
                <a16:creationId xmlns:a16="http://schemas.microsoft.com/office/drawing/2014/main" id="{38039FF5-A2DE-41D8-BB6C-14B7BC122C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795462"/>
            <a:ext cx="101536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port - Bet Type Split" id="11" name="slide11">
            <a:extLst>
              <a:ext uri="{FF2B5EF4-FFF2-40B4-BE49-F238E27FC236}">
                <a16:creationId xmlns:a16="http://schemas.microsoft.com/office/drawing/2014/main" id="{BD46C038-48B8-43E8-9729-C851B93DD89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964" y="0"/>
            <a:ext cx="7602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ket - Top Countries" id="12" name="slide12">
            <a:extLst>
              <a:ext uri="{FF2B5EF4-FFF2-40B4-BE49-F238E27FC236}">
                <a16:creationId xmlns:a16="http://schemas.microsoft.com/office/drawing/2014/main" id="{5F302C96-F88D-4C7A-ADCD-B4EFCA750E8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795462"/>
            <a:ext cx="101536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isk - Total Flags" id="13" name="slide13">
            <a:extLst>
              <a:ext uri="{FF2B5EF4-FFF2-40B4-BE49-F238E27FC236}">
                <a16:creationId xmlns:a16="http://schemas.microsoft.com/office/drawing/2014/main" id="{D44C8577-48EF-45B5-B6E1-7FC9AAE3A16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74" y="0"/>
            <a:ext cx="9865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isk - Scatter Analysis" id="14" name="slide14">
            <a:extLst>
              <a:ext uri="{FF2B5EF4-FFF2-40B4-BE49-F238E27FC236}">
                <a16:creationId xmlns:a16="http://schemas.microsoft.com/office/drawing/2014/main" id="{1DDDAAEB-E830-4454-90C9-9BEC24B7726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53" y="0"/>
            <a:ext cx="106582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ECUTIVE OVERVIEW" id="15" name="slide15">
            <a:extLst>
              <a:ext uri="{FF2B5EF4-FFF2-40B4-BE49-F238E27FC236}">
                <a16:creationId xmlns:a16="http://schemas.microsoft.com/office/drawing/2014/main" id="{97B1F3C8-F0BA-42EA-9B9B-5628F357942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UCT &amp;amp; MARKET ANALYSIS" id="16" name="slide16">
            <a:extLst>
              <a:ext uri="{FF2B5EF4-FFF2-40B4-BE49-F238E27FC236}">
                <a16:creationId xmlns:a16="http://schemas.microsoft.com/office/drawing/2014/main" id="{BD75BEB9-F368-414A-B33A-EBF89F2FDAC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ISK &amp;amp; COMPLIANCE" id="17" name="slide17">
            <a:extLst>
              <a:ext uri="{FF2B5EF4-FFF2-40B4-BE49-F238E27FC236}">
                <a16:creationId xmlns:a16="http://schemas.microsoft.com/office/drawing/2014/main" id="{ACF9A847-D021-49AD-A77B-55186964890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2026-04-15T07:49:17Z</dcterms:created>
  <dcterms:modified xsi:type="dcterms:W3CDTF">2026-04-15T07:49:17Z</dcterms:modified>
</cp:coreProperties>
</file>